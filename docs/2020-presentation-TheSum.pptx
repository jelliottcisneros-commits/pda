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Old Standard TT"/>
      <p:regular r:id="rId16"/>
      <p:bold r:id="rId17"/>
      <p: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bold.fntdata"/><Relationship Id="rId16" Type="http://schemas.openxmlformats.org/officeDocument/2006/relationships/font" Target="fonts/OldStandardT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ldStandardT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EVERYONE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70438d17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70438d17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70438d177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70438d177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0438d177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70438d17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CONNOR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0438d177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0438d177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70438d177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70438d177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Carl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0438d177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0438d177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70438d177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70438d177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0438d1778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70438d177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Nuzaba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70438d177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70438d177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WING IT BOYS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…. </a:t>
            </a:r>
            <a:r>
              <a:rPr lang="en"/>
              <a:t>Perhaps</a:t>
            </a:r>
            <a:r>
              <a:rPr lang="en"/>
              <a:t> a tag team duo of one person doing things and the other person talking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 - computer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Carl/Will/Nubaza - Admin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Mia - User side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Power of Difference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Mia Hampford, Peter Felland, Nuzaba Nuzhat, </a:t>
            </a:r>
            <a:r>
              <a:rPr lang="en"/>
              <a:t>Sam Shankman, </a:t>
            </a:r>
            <a:r>
              <a:rPr lang="en"/>
              <a:t>David Xue, </a:t>
            </a:r>
            <a:r>
              <a:rPr lang="en"/>
              <a:t>Connor Yager, Carl Zhang, Will Zheng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Sum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Stand in solidarity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Assessment System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Unconscious</a:t>
            </a:r>
            <a:r>
              <a:rPr lang="en"/>
              <a:t> biases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Areas of </a:t>
            </a:r>
            <a:r>
              <a:rPr lang="en"/>
              <a:t>strength</a:t>
            </a:r>
            <a:r>
              <a:rPr lang="en"/>
              <a:t> and areas of growth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Consultations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12693" l="27466" r="27052" t="22408"/>
          <a:stretch/>
        </p:blipFill>
        <p:spPr>
          <a:xfrm>
            <a:off x="4794150" y="670275"/>
            <a:ext cx="4158998" cy="333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and Technologies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150" y="1227763"/>
            <a:ext cx="2112774" cy="96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088" y="3542288"/>
            <a:ext cx="1504876" cy="150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7300" y="3489973"/>
            <a:ext cx="2310051" cy="156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600" y="2506150"/>
            <a:ext cx="2763887" cy="8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7473" y="2571750"/>
            <a:ext cx="2649702" cy="67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35315" y="1227775"/>
            <a:ext cx="3254610" cy="96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verification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 Types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Taking the Assessment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Automatic Scoring and PDFs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Integrated Scheduling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URL Manipulation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UI of Website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Consultant Admin Privileges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AWS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21870" l="18242" r="18369" t="14459"/>
          <a:stretch/>
        </p:blipFill>
        <p:spPr>
          <a:xfrm>
            <a:off x="4973925" y="1557125"/>
            <a:ext cx="3858374" cy="217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Worked Well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Team Communication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Planning and Stand Ups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Customer Meetings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Organized GitHub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3005" y="1058225"/>
            <a:ext cx="3133350" cy="309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the System Excels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Interface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Accessibility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Automated Emails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Correct Score Calculations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 to 8 Integration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38281" l="15928" r="12770" t="10745"/>
          <a:stretch/>
        </p:blipFill>
        <p:spPr>
          <a:xfrm>
            <a:off x="4949725" y="1017725"/>
            <a:ext cx="3742848" cy="1505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 rotWithShape="1">
          <a:blip r:embed="rId4">
            <a:alphaModFix/>
          </a:blip>
          <a:srcRect b="38931" l="15893" r="13906" t="12435"/>
          <a:stretch/>
        </p:blipFill>
        <p:spPr>
          <a:xfrm>
            <a:off x="4949714" y="2989825"/>
            <a:ext cx="3742872" cy="14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Difficulties / Challenges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Working with AWS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PDFs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Testing PayPal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3rd Party Packages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53621" l="3407" r="44963" t="8650"/>
          <a:stretch/>
        </p:blipFill>
        <p:spPr>
          <a:xfrm>
            <a:off x="4197025" y="1152475"/>
            <a:ext cx="4721074" cy="194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 Not Work Well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Many Cooks in the Kitchen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Knowledge Silos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Pull Requests at End of Sprints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6025" y="1956188"/>
            <a:ext cx="295275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the System May Be Lacking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Potential URL misuses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Database Design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Loading time for calculations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b="96093" l="71410" r="23603" t="0"/>
          <a:stretch/>
        </p:blipFill>
        <p:spPr>
          <a:xfrm>
            <a:off x="6168150" y="2135763"/>
            <a:ext cx="1978752" cy="87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Demo!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7500" y="937250"/>
            <a:ext cx="3269000" cy="32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